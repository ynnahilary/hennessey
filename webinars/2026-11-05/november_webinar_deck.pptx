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a149576-d2c0-a94c-f832-a487055b80f2}">
          <p14:sldIdLst>
            <p14:sldId id="256"/>
            <p14:sldId id="257"/>
            <p14:sldId id="258"/>
            <p14:sldId id="259"/>
          </p14:sldIdLst>
        </p14:section>
        <p14:section name="Topic 1" id="{6d152226-be68-c27b-458f-a98a0f544294}">
          <p14:sldIdLst>
            <p14:sldId id="260"/>
            <p14:sldId id="261"/>
          </p14:sldIdLst>
        </p14:section>
        <p14:section name="Topic 2" id="{5992a86a-527e-04fd-02af-20994500b51a}">
          <p14:sldIdLst>
            <p14:sldId id="262"/>
            <p14:sldId id="263"/>
          </p14:sldIdLst>
        </p14:section>
        <p14:section name="Topic 3" id="{df141248-1fb4-d552-b215-5909adcf7e03}">
          <p14:sldIdLst>
            <p14:sldId id="264"/>
            <p14:sldId id="265"/>
          </p14:sldIdLst>
        </p14:section>
        <p14:section name="Topic 4" id="{04e5b817-0f79-3e1f-babf-56327113a89a}">
          <p14:sldIdLst>
            <p14:sldId id="266"/>
            <p14:sldId id="267"/>
          </p14:sldIdLst>
        </p14:section>
        <p14:section name="Close" id="{167a6fa3-4739-53fe-fb3b-92aee0d7db44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Introduce the session and housekeeping: recording, chat, Q&amp;A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speaker introduces themselves: role, company, and what they've built with AI inside agencies.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a candid conversation about what's actually deployed and paying off, not a sales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topics. Mention Q&amp;A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1: what's live and paying off versus what's 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concrete examples of AI in production at agencies, and the projects that 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2: what's shifting, and what's staying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changes across search, client demand and delivery. Call out what hasn't changed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3: the shape of the agency in five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team structure, headcount and service mix five years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4: common mistakes and where to focus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mistakes you see agency owners making, and the practical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Read questions from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attendees and speakers. Mention the recording will be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23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23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ool-Reading-/f0b8d7e9-8864-5767-a36d-0d6d052ee69f/scratchpad/rege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5989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and the Agency of the Future  ·  November 5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31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kool-Reading-/f0b8d7e9-8864-5767-a36d-0d6d052ee69f/scratchpad/rege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5989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108960" y="2331720"/>
            <a:ext cx="8412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ennessey.com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tmp/claude-0/-home-user-Skool-Reading-/f0b8d7e9-8864-5767-a36d-0d6d052ee69f/scratchpad/rege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LIVE WEBINAR</a:t>
            </a:r>
            <a:endParaRPr lang="en-US" sz="1600" dirty="0"/>
          </a:p>
        </p:txBody>
      </p:sp>
      <p:sp>
        <p:nvSpPr>
          <p:cNvPr id="4" name="Webinar title"/>
          <p:cNvSpPr txBox="1"/>
          <p:nvPr/>
        </p:nvSpPr>
        <p:spPr>
          <a:xfrm>
            <a:off x="685800" y="25603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the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of the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0749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Thursday, November 5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532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12:00 PM EST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  |   9:00 AM PST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2"/>
                </a:solidFill>
              </a:rPr>
              <a:t>FEATURING</a:t>
            </a:r>
            <a:endParaRPr lang="en-US" sz="1300" dirty="0"/>
          </a:p>
        </p:txBody>
      </p:sp>
      <p:pic>
        <p:nvPicPr>
          <p:cNvPr id="8" name="Dan Hinckley photo" descr="Dan Hinckl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2377440" cy="23774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4652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Dan Hinckley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Herringbone</a:t>
            </a:r>
            <a:endParaRPr lang="en-US" sz="1600" dirty="0"/>
          </a:p>
        </p:txBody>
      </p:sp>
      <p:pic>
        <p:nvPicPr>
          <p:cNvPr id="11" name="Rob Coleman photo" descr="Rob Cole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828800"/>
            <a:ext cx="2377440" cy="23774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Rob Coleman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909828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Hennessey Digital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YOUR SPEAKERS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people who build this for a living</a:t>
            </a:r>
            <a:endParaRPr lang="en-US" sz="3600" dirty="0"/>
          </a:p>
        </p:txBody>
      </p:sp>
      <p:sp>
        <p:nvSpPr>
          <p:cNvPr id="4" name="Dan Hinckley card"/>
          <p:cNvSpPr/>
          <p:nvPr/>
        </p:nvSpPr>
        <p:spPr>
          <a:xfrm>
            <a:off x="54864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pic>
        <p:nvPicPr>
          <p:cNvPr id="5" name="Dan Hinckley photo" descr="Dan Hinckl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9476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Dan Hinckley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Herringbone</a:t>
            </a:r>
            <a:endParaRPr lang="en-US" sz="1600" dirty="0"/>
          </a:p>
        </p:txBody>
      </p:sp>
      <p:sp>
        <p:nvSpPr>
          <p:cNvPr id="8" name="Rob Coleman card"/>
          <p:cNvSpPr/>
          <p:nvPr/>
        </p:nvSpPr>
        <p:spPr>
          <a:xfrm>
            <a:off x="626364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pic>
        <p:nvPicPr>
          <p:cNvPr id="9" name="Rob Coleman photo" descr="Rob Colem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14600"/>
            <a:ext cx="2560320" cy="2560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0976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Rob Coleman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950976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Hennessey Digital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WHY THIS CONVERSATION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has an opinion on AI. Few have run it</a:t>
            </a:r>
            <a:endParaRPr lang="en-US" sz="3600" dirty="0"/>
          </a:p>
        </p:txBody>
      </p:sp>
      <p:sp>
        <p:nvSpPr>
          <p:cNvPr id="4" name="Quote ring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5" name="Qu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24204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201168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agency owner is being told AI changes everything. Few have heard from anyone who’s actually run that change inside a real agency.</a:t>
            </a:r>
            <a:endParaRPr lang="en-US" sz="2800" dirty="0"/>
          </a:p>
        </p:txBody>
      </p:sp>
      <p:sp>
        <p:nvSpPr>
          <p:cNvPr id="7" name="No pitch pill"/>
          <p:cNvSpPr/>
          <p:nvPr/>
        </p:nvSpPr>
        <p:spPr>
          <a:xfrm>
            <a:off x="1920240" y="4206240"/>
            <a:ext cx="292608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2024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pitch</a:t>
            </a:r>
            <a:endParaRPr lang="en-US" sz="1800" dirty="0"/>
          </a:p>
        </p:txBody>
      </p:sp>
      <p:sp>
        <p:nvSpPr>
          <p:cNvPr id="9" name="No hype cycle pill"/>
          <p:cNvSpPr/>
          <p:nvPr/>
        </p:nvSpPr>
        <p:spPr>
          <a:xfrm>
            <a:off x="5120640" y="4206240"/>
            <a:ext cx="292608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hype cycle</a:t>
            </a:r>
            <a:endParaRPr lang="en-US" sz="1800" dirty="0"/>
          </a:p>
        </p:txBody>
      </p:sp>
      <p:sp>
        <p:nvSpPr>
          <p:cNvPr id="11" name="Real clients, real teams pill"/>
          <p:cNvSpPr/>
          <p:nvPr/>
        </p:nvSpPr>
        <p:spPr>
          <a:xfrm>
            <a:off x="8321040" y="4206240"/>
            <a:ext cx="292608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 clients, real teams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600" dirty="0"/>
          </a:p>
        </p:txBody>
      </p:sp>
      <p:sp>
        <p:nvSpPr>
          <p:cNvPr id="4" name="Topic 1 card"/>
          <p:cNvSpPr/>
          <p:nvPr/>
        </p:nvSpPr>
        <p:spPr>
          <a:xfrm>
            <a:off x="548640" y="201168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5" name="Number 01 ring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Number 01"/>
          <p:cNvSpPr txBox="1"/>
          <p:nvPr/>
        </p:nvSpPr>
        <p:spPr>
          <a:xfrm>
            <a:off x="82296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240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Where AI is actually deployed inside agencies today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and where it’s stalled out</a:t>
            </a:r>
            <a:endParaRPr lang="en-US" sz="1500" dirty="0"/>
          </a:p>
        </p:txBody>
      </p:sp>
      <p:sp>
        <p:nvSpPr>
          <p:cNvPr id="9" name="Topic 2 card"/>
          <p:cNvSpPr/>
          <p:nvPr/>
        </p:nvSpPr>
        <p:spPr>
          <a:xfrm>
            <a:off x="6172200" y="201168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0" name="Number 02 ring"/>
          <p:cNvSpPr/>
          <p:nvPr/>
        </p:nvSpPr>
        <p:spPr>
          <a:xfrm>
            <a:off x="644652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1" name="Number 02"/>
          <p:cNvSpPr txBox="1"/>
          <p:nvPr/>
        </p:nvSpPr>
        <p:spPr>
          <a:xfrm>
            <a:off x="64465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240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What’s changing in search, client demand and service delivery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and what isn’t</a:t>
            </a:r>
            <a:endParaRPr lang="en-US" sz="1500" dirty="0"/>
          </a:p>
        </p:txBody>
      </p:sp>
      <p:sp>
        <p:nvSpPr>
          <p:cNvPr id="14" name="Topic 3 card"/>
          <p:cNvSpPr/>
          <p:nvPr/>
        </p:nvSpPr>
        <p:spPr>
          <a:xfrm>
            <a:off x="548640" y="388620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5" name="Number 03 ring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6" name="Number 03"/>
          <p:cNvSpPr txBox="1"/>
          <p:nvPr/>
        </p:nvSpPr>
        <p:spPr>
          <a:xfrm>
            <a:off x="82296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114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the agency of the future looks like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team structure, headcount, service mix</a:t>
            </a:r>
            <a:endParaRPr lang="en-US" sz="1500" dirty="0"/>
          </a:p>
        </p:txBody>
      </p:sp>
      <p:sp>
        <p:nvSpPr>
          <p:cNvPr id="19" name="Topic 4 card"/>
          <p:cNvSpPr/>
          <p:nvPr/>
        </p:nvSpPr>
        <p:spPr>
          <a:xfrm>
            <a:off x="6172200" y="3886200"/>
            <a:ext cx="53949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0" name="Number 04 ring"/>
          <p:cNvSpPr/>
          <p:nvPr/>
        </p:nvSpPr>
        <p:spPr>
          <a:xfrm>
            <a:off x="6446520" y="425196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1" name="Number 04"/>
          <p:cNvSpPr txBox="1"/>
          <p:nvPr/>
        </p:nvSpPr>
        <p:spPr>
          <a:xfrm>
            <a:off x="644652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114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agency owners get wrong about AI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and what to focus on instead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01 ring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" name="Number 01"/>
          <p:cNvSpPr txBox="1"/>
          <p:nvPr/>
        </p:nvSpPr>
        <p:spPr>
          <a:xfrm>
            <a:off x="685800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3108960" y="233172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is actually deployed inside agencies today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TOPIC 01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vs. stalled out</a:t>
            </a:r>
            <a:endParaRPr lang="en-US" sz="3600" dirty="0"/>
          </a:p>
        </p:txBody>
      </p:sp>
      <p:sp>
        <p:nvSpPr>
          <p:cNvPr id="4" name="Deployed and paying off card"/>
          <p:cNvSpPr/>
          <p:nvPr/>
        </p:nvSpPr>
        <p:spPr>
          <a:xfrm>
            <a:off x="54864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Deployed and paying off ring"/>
          <p:cNvSpPr/>
          <p:nvPr/>
        </p:nvSpPr>
        <p:spPr>
          <a:xfrm>
            <a:off x="960120" y="2377440"/>
            <a:ext cx="1005840" cy="10058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Deployed and paying off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2649017"/>
            <a:ext cx="462686" cy="462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Deployed and paying off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062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Which AI workflows are running inside real agencies today, and where are they earning their keep?</a:t>
            </a:r>
            <a:endParaRPr lang="en-US" sz="1600" dirty="0"/>
          </a:p>
        </p:txBody>
      </p:sp>
      <p:sp>
        <p:nvSpPr>
          <p:cNvPr id="9" name="Stalled out card"/>
          <p:cNvSpPr/>
          <p:nvPr/>
        </p:nvSpPr>
        <p:spPr>
          <a:xfrm>
            <a:off x="617220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0" name="Stalled out ring"/>
          <p:cNvSpPr/>
          <p:nvPr/>
        </p:nvSpPr>
        <p:spPr>
          <a:xfrm>
            <a:off x="6583680" y="2377440"/>
            <a:ext cx="1005840" cy="10058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1" name="Stalled ou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57" y="2649017"/>
            <a:ext cx="462686" cy="462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Stalled out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42062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Where have AI rollouts stalled, and what’s holding them back?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02 ring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" name="Number 02"/>
          <p:cNvSpPr txBox="1"/>
          <p:nvPr/>
        </p:nvSpPr>
        <p:spPr>
          <a:xfrm>
            <a:off x="685800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3108960" y="233172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changing in search, client demand and service delivery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TOPIC 02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changing, and what isn’t</a:t>
            </a:r>
            <a:endParaRPr lang="en-US" sz="3600" dirty="0"/>
          </a:p>
        </p:txBody>
      </p:sp>
      <p:sp>
        <p:nvSpPr>
          <p:cNvPr id="4" name="Search card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5" name="Search ring"/>
          <p:cNvSpPr/>
          <p:nvPr/>
        </p:nvSpPr>
        <p:spPr>
          <a:xfrm>
            <a:off x="91440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Searc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Search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How is AI reshaping how clients’ customers search and find them?</a:t>
            </a:r>
            <a:endParaRPr lang="en-US" sz="1600" dirty="0"/>
          </a:p>
        </p:txBody>
      </p:sp>
      <p:sp>
        <p:nvSpPr>
          <p:cNvPr id="9" name="Client demand card"/>
          <p:cNvSpPr/>
          <p:nvPr/>
        </p:nvSpPr>
        <p:spPr>
          <a:xfrm>
            <a:off x="429768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10" name="Client demand ring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1" name="Client deman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6243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Client demand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What are clients asking agencies for now that they weren’t a year ago?</a:t>
            </a:r>
            <a:endParaRPr lang="en-US" sz="1600" dirty="0"/>
          </a:p>
        </p:txBody>
      </p:sp>
      <p:sp>
        <p:nvSpPr>
          <p:cNvPr id="14" name="Service delivery card"/>
          <p:cNvSpPr/>
          <p:nvPr/>
        </p:nvSpPr>
        <p:spPr>
          <a:xfrm>
            <a:off x="804672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15" name="Service delivery ring"/>
          <p:cNvSpPr/>
          <p:nvPr/>
        </p:nvSpPr>
        <p:spPr>
          <a:xfrm>
            <a:off x="841248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6" name="Service deliver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6243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Service delivery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How is the work itself getting done differently, and what still needs people?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03 ring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" name="Number 03"/>
          <p:cNvSpPr txBox="1"/>
          <p:nvPr/>
        </p:nvSpPr>
        <p:spPr>
          <a:xfrm>
            <a:off x="685800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3108960" y="233172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agency of the future looks like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TOPIC 03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agency of the future, from the inside</a:t>
            </a:r>
            <a:endParaRPr lang="en-US" sz="3600" dirty="0"/>
          </a:p>
        </p:txBody>
      </p:sp>
      <p:sp>
        <p:nvSpPr>
          <p:cNvPr id="4" name="Team structure card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5" name="Team structure ring"/>
          <p:cNvSpPr/>
          <p:nvPr/>
        </p:nvSpPr>
        <p:spPr>
          <a:xfrm>
            <a:off x="91440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Team struct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Team structure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How do roles and reporting lines change when AI is part of the team?</a:t>
            </a:r>
            <a:endParaRPr lang="en-US" sz="1600" dirty="0"/>
          </a:p>
        </p:txBody>
      </p:sp>
      <p:sp>
        <p:nvSpPr>
          <p:cNvPr id="9" name="Headcount card"/>
          <p:cNvSpPr/>
          <p:nvPr/>
        </p:nvSpPr>
        <p:spPr>
          <a:xfrm>
            <a:off x="429768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10" name="Headcount ring"/>
          <p:cNvSpPr/>
          <p:nvPr/>
        </p:nvSpPr>
        <p:spPr>
          <a:xfrm>
            <a:off x="466344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1" name="Headcou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6243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Headcount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Does the agency of the future get smaller, or just different?</a:t>
            </a:r>
            <a:endParaRPr lang="en-US" sz="1600" dirty="0"/>
          </a:p>
        </p:txBody>
      </p:sp>
      <p:sp>
        <p:nvSpPr>
          <p:cNvPr id="14" name="Service mix card"/>
          <p:cNvSpPr/>
          <p:nvPr/>
        </p:nvSpPr>
        <p:spPr>
          <a:xfrm>
            <a:off x="804672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15" name="Service mix ring"/>
          <p:cNvSpPr/>
          <p:nvPr/>
        </p:nvSpPr>
        <p:spPr>
          <a:xfrm>
            <a:off x="8412480" y="2377440"/>
            <a:ext cx="914400" cy="9144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6" name="Service mix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6243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Service mix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Which services grow, which shrink, and which are new?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04 ring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" name="Number 04"/>
          <p:cNvSpPr txBox="1"/>
          <p:nvPr/>
        </p:nvSpPr>
        <p:spPr>
          <a:xfrm>
            <a:off x="685800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3108960" y="233172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agency owners get wrong about AI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TOPIC 04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mistakes, and where to focus instead</a:t>
            </a:r>
            <a:endParaRPr lang="en-US" sz="3600" dirty="0"/>
          </a:p>
        </p:txBody>
      </p:sp>
      <p:sp>
        <p:nvSpPr>
          <p:cNvPr id="4" name="What owners get wrong card"/>
          <p:cNvSpPr/>
          <p:nvPr/>
        </p:nvSpPr>
        <p:spPr>
          <a:xfrm>
            <a:off x="54864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What owners get wrong ring"/>
          <p:cNvSpPr/>
          <p:nvPr/>
        </p:nvSpPr>
        <p:spPr>
          <a:xfrm>
            <a:off x="960120" y="2377440"/>
            <a:ext cx="1005840" cy="10058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6" name="What owners get wro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2649017"/>
            <a:ext cx="462686" cy="462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owners get wrong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062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Where are agency owners misreading AI, or spending effort in the wrong place?</a:t>
            </a:r>
            <a:endParaRPr lang="en-US" sz="1600" dirty="0"/>
          </a:p>
        </p:txBody>
      </p:sp>
      <p:sp>
        <p:nvSpPr>
          <p:cNvPr id="9" name="What to focus on instead card"/>
          <p:cNvSpPr/>
          <p:nvPr/>
        </p:nvSpPr>
        <p:spPr>
          <a:xfrm>
            <a:off x="6172200" y="201168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0" name="What to focus on instead ring"/>
          <p:cNvSpPr/>
          <p:nvPr/>
        </p:nvSpPr>
        <p:spPr>
          <a:xfrm>
            <a:off x="6583680" y="2377440"/>
            <a:ext cx="1005840" cy="10058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1" name="What to focus on instea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57" y="2649017"/>
            <a:ext cx="462686" cy="462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to focus on instead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42062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What should owners prioritise now to be well placed in five years?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&amp;A ring"/>
          <p:cNvSpPr/>
          <p:nvPr/>
        </p:nvSpPr>
        <p:spPr>
          <a:xfrm>
            <a:off x="5272888" y="1188720"/>
            <a:ext cx="1645920" cy="164592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3" name="Q&amp;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7286" y="1633118"/>
            <a:ext cx="757123" cy="75712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10896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questions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Ask in the chat or the Q&amp;A panel</a:t>
            </a:r>
            <a:endParaRPr lang="en-US" sz="2000" dirty="0"/>
          </a:p>
        </p:txBody>
      </p:sp>
      <p:pic>
        <p:nvPicPr>
          <p:cNvPr id="6" name="Image 1" descr="/tmp/claude-0/-home-user-Skool-Reading-/f0b8d7e9-8864-5767-a36d-0d6d052ee69f/scratchpad/regen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5989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tmp/claude-0/-home-user-Skool-Reading-/f0b8d7e9-8864-5767-a36d-0d6d052ee69f/scratchpad/regen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7315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joining</a:t>
            </a:r>
            <a:endParaRPr lang="en-US" sz="4400" dirty="0"/>
          </a:p>
        </p:txBody>
      </p:sp>
      <p:sp>
        <p:nvSpPr>
          <p:cNvPr id="4" name="Text 1">
            <a:hlinkClick r:id="rId2" tooltip=""/>
          </p:cNvPr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hennessey.com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Dan Hinckley, Herringbone   ·   Rob Coleman, Hennessey Digital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nnessey Digital">
  <a:themeElements>
    <a:clrScheme name="Hennessey Digital">
      <a:dk1>
        <a:srgbClr val="231E1F"/>
      </a:dk1>
      <a:lt1>
        <a:srgbClr val="FFFFFF"/>
      </a:lt1>
      <a:dk2>
        <a:srgbClr val="322C2D"/>
      </a:dk2>
      <a:lt2>
        <a:srgbClr val="B9B6B7"/>
      </a:lt2>
      <a:accent1>
        <a:srgbClr val="02B5E6"/>
      </a:accent1>
      <a:accent2>
        <a:srgbClr val="7FD8F2"/>
      </a:accent2>
      <a:accent3>
        <a:srgbClr val="5E5859"/>
      </a:accent3>
      <a:accent4>
        <a:srgbClr val="8C8687"/>
      </a:accent4>
      <a:accent5>
        <a:srgbClr val="0089AF"/>
      </a:accent5>
      <a:accent6>
        <a:srgbClr val="D9F3FB"/>
      </a:accent6>
      <a:hlink>
        <a:srgbClr val="02B5E6"/>
      </a:hlink>
      <a:folHlink>
        <a:srgbClr val="7FD8F2"/>
      </a:folHlink>
    </a:clrScheme>
    <a:fontScheme name="Hennessey Digi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Hennessey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the Agency of the Future</dc:title>
  <dc:subject>PptxGenJS Presentation</dc:subject>
  <dc:creator>PptxGenJS</dc:creator>
  <cp:lastModifiedBy>PptxGenJS</cp:lastModifiedBy>
  <cp:revision>1</cp:revision>
  <dcterms:created xsi:type="dcterms:W3CDTF">2026-10-13T10:06:24Z</dcterms:created>
  <dcterms:modified xsi:type="dcterms:W3CDTF">2026-10-13T10:06:24Z</dcterms:modified>
</cp:coreProperties>
</file>