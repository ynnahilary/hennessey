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E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34440" cy="1234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2057400"/>
            <a:ext cx="73152" cy="384048"/>
          </a:xfrm>
          <a:prstGeom prst="rect">
            <a:avLst/>
          </a:prstGeom>
          <a:solidFill>
            <a:srgbClr val="02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75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B5E6"/>
                </a:solidFill>
                <a:latin typeface="Arial"/>
              </a:rPr>
              <a:t>LIVE WEBINAR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0">
                <a:solidFill>
                  <a:srgbClr val="FFFFFF"/>
                </a:solidFill>
                <a:latin typeface="Georgia"/>
              </a:rPr>
              <a:t>AI and the</a:t>
            </a:r>
          </a:p>
          <a:p>
            <a:pPr algn="l">
              <a:lnSpc>
                <a:spcPct val="95000"/>
              </a:lnSpc>
            </a:pPr>
            <a:r>
              <a:rPr sz="5200" b="0">
                <a:solidFill>
                  <a:srgbClr val="FFFFFF"/>
                </a:solidFill>
                <a:latin typeface="Georgia"/>
              </a:rPr>
              <a:t>Agency of the</a:t>
            </a:r>
          </a:p>
          <a:p>
            <a:pPr algn="l">
              <a:lnSpc>
                <a:spcPct val="95000"/>
              </a:lnSpc>
            </a:pPr>
            <a:r>
              <a:rPr sz="5200" b="0">
                <a:solidFill>
                  <a:srgbClr val="02B5E6"/>
                </a:solidFill>
                <a:latin typeface="Georgia"/>
              </a:rPr>
              <a:t>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7492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Thursday, November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5852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2B5E6"/>
                </a:solidFill>
                <a:latin typeface="Arial"/>
              </a:rPr>
              <a:t>12:00 PM EST</a:t>
            </a:r>
            <a:r>
              <a:rPr sz="2000" b="0">
                <a:solidFill>
                  <a:srgbClr val="BEBEC3"/>
                </a:solidFill>
                <a:latin typeface="Arial"/>
              </a:rPr>
              <a:t>   |   9:00 AM PST</a:t>
            </a:r>
          </a:p>
        </p:txBody>
      </p:sp>
      <p:pic>
        <p:nvPicPr>
          <p:cNvPr id="8" name="Picture 7" descr="d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28800"/>
            <a:ext cx="237744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434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Dan Hinckley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4892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BEBEC3"/>
                </a:solidFill>
                <a:latin typeface="Arial"/>
              </a:rPr>
              <a:t>Herringbone</a:t>
            </a:r>
          </a:p>
        </p:txBody>
      </p:sp>
      <p:pic>
        <p:nvPicPr>
          <p:cNvPr id="11" name="Picture 10" descr="ro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828800"/>
            <a:ext cx="2377440" cy="2377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98280" y="4434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Rob Coleman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892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BEBEC3"/>
                </a:solidFill>
                <a:latin typeface="Arial"/>
              </a:rPr>
              <a:t>Hennessey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EBEC3"/>
                </a:solidFill>
                <a:latin typeface="Arial"/>
              </a:rPr>
              <a:t>FEATURING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